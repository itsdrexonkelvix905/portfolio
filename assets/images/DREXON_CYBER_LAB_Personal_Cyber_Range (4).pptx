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12121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0"/>
            <a:ext cx="9144" cy="5143500"/>
          </a:xfrm>
          <a:prstGeom prst="rect">
            <a:avLst/>
          </a:prstGeom>
          <a:solidFill>
            <a:srgbClr val="12121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0"/>
            <a:ext cx="9144" cy="5143500"/>
          </a:xfrm>
          <a:prstGeom prst="rect">
            <a:avLst/>
          </a:prstGeom>
          <a:solidFill>
            <a:srgbClr val="121218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0"/>
            <a:ext cx="9144" cy="5143500"/>
          </a:xfrm>
          <a:prstGeom prst="rect">
            <a:avLst/>
          </a:prstGeom>
          <a:solidFill>
            <a:srgbClr val="121218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0"/>
            <a:ext cx="9144" cy="5143500"/>
          </a:xfrm>
          <a:prstGeom prst="rect">
            <a:avLst/>
          </a:prstGeom>
          <a:solidFill>
            <a:srgbClr val="12121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0"/>
            <a:ext cx="9144" cy="5143500"/>
          </a:xfrm>
          <a:prstGeom prst="rect">
            <a:avLst/>
          </a:prstGeom>
          <a:solidFill>
            <a:srgbClr val="12121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94360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DREXON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LAB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Cyber Range &amp; Security Research Lab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Range. Understand the System. Test the Weakness.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371600" y="356616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4480" y="3840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 →  ATTACK  →  ANALYZE  →  DETECT  →  INVESTIGATE  →  REPORT  →  SECURE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LAB BECOMES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205740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OFFENSIVE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Pentesting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Web /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Mobile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Network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Cloud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82296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822960"/>
            <a:ext cx="205740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4912" y="14630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AI / LLM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Malware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Reverse Eng.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Crypto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OSINT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822960"/>
            <a:ext cx="205740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DEFENSIVE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SOC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SIEM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IDS / 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Threat Hunting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DFIR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82296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822960"/>
            <a:ext cx="205740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896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SPECIALIZED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14032" y="146304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Wireless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ICS / 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Kubernetes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Containers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CTF Machines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4297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All zones share one isolated lab network. Sessions are modular — run only what you need.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8646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DREXON CYBER LAB  ·  AUTHORIZED LAB ENVIRONMENTS ONLY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103120" cy="2880360"/>
          </a:xfrm>
          <a:prstGeom prst="roundRect">
            <a:avLst>
              <a:gd name="adj" fmla="val 347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2103120" cy="384048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77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MINIMUM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16 GB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512 GB SSD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i5 / Ryzen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2–3 VMs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822960"/>
            <a:ext cx="2103120" cy="2880360"/>
          </a:xfrm>
          <a:prstGeom prst="roundRect">
            <a:avLst>
              <a:gd name="adj" fmla="val 347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822960"/>
            <a:ext cx="21031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877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RECOMMENDED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32 GB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1 TB NVMe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6–8 cores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Multi-lab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2103120" cy="2880360"/>
          </a:xfrm>
          <a:prstGeom prst="roundRect">
            <a:avLst>
              <a:gd name="adj" fmla="val 347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822960"/>
            <a:ext cx="2103120" cy="384048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77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PREMIUM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64 GB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2 TB NVMe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8–12 cores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Many targets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822960"/>
            <a:ext cx="2103120" cy="2880360"/>
          </a:xfrm>
          <a:prstGeom prst="roundRect">
            <a:avLst>
              <a:gd name="adj" fmla="val 347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822960"/>
            <a:ext cx="2103120" cy="384048"/>
          </a:xfrm>
          <a:prstGeom prst="rect">
            <a:avLst/>
          </a:prstGeom>
          <a:solidFill>
            <a:srgbClr val="1A1A1F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877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SERIOUS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64–128 GB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2–4 TB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8–16+ cores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Full range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319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RAM is the most important upgrade for concurrent VMs. Enable VT-x / AMD-V in BIOS.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4297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Without hardware virtualization, VMs will not run properly.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PC  →  Ubuntu Linux Host  →  VMware / VirtualBox  →  Guest VMs + Docker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Kali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Attacker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Ubuntu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Docker host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Windows / 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Domain lab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05740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REMnux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651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Malware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FLARE-VM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 /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32461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Metasploitable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9748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Network target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VulnHub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CTF machines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2461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Android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Mobile lab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3246120"/>
          </a:xfrm>
          <a:prstGeom prst="roundRect">
            <a:avLst>
              <a:gd name="adj" fmla="val 2254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  →  NAT (updates only)  →  HOST  →  ISOLATED LAB 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Kali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14630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Web Labs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14630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API Labs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4630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146304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691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Vulnerable VMs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5146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Windows/AD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25146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AI Labs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86200" y="25146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Malware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25146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SIEM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251460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1A1A1F"/>
          </a:solidFill>
          <a:ln w="19050">
            <a:solidFill>
              <a:srgbClr val="2A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743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Forensics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Host-Only / Internal = all attack and vulnerable traffic. Never bridge vulnerable VMs to home LAN or Internet.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48646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DREXON CYBER LAB  ·  AUTHORIZED LAB ENVIRONMENTS ONLY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OWASP Juice Shop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DVWA · WebGoat · bWAPP · Mutillidae II · PortSwigger Academy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Ubuntu Server → Docker → pull image → map port → Host-Only → verify from Kali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0C0C0E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2918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" y="32918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930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juice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3000:3000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bkimminich/juice-shop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234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SQLi · XSS · CSRF · SSRF · XXE · SSTI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File Upload · RCE · Auth · AuthZ · IDOR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JWT · OAuth · Race · Business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Request Smuggling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Burp Suite · Nmap · ffuf · curl · ZAP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Kali → Burp → App → 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Source: owasp-juice.shop · Docker Hub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OWASP crAPI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VAmPI · DVGA · Juice Shop API · PortSwigger API labs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Clone repo → Docker Compose → internal network → verify endpoints from Kali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github.com/OWASP/crAPI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github.com/erev0s/VAmPI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BOLA · IDOR · Broken Auth · AuthZ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JWT · Mass Assignment · Rate Limit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API Enum · GraphQL · SSRF · Logic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Burp · Postman · curl · ffuf · ZAP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→ Burp/Postman → API → DB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Damn Vulnerable 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InsecureBankv2 · DIVA · AndroGoat · OVAA · UnCrackable · MASTG Crackmes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Android Studio · Emulator · ADB · APKs · Burp proxy · MobSF · JADX · apktool · Frida · Objection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Format: APK + Emulator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APK analysis · Manifest · Storage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Secrets · SSL pinning · Root detect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Anti-debug · IPC · SQLite · WebView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Runtime RE · Frida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Emulator → Burp → App/API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Store APKs: /mnt/lab-storage/apks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/ FINTECH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DVBank / Damn Vulnerable Bank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VulnBank · crAPI · PortSwigger business-logic labs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→ ACCOUNT → BENEFICIARY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TRANSFER → TRANSACTION →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→ Burp → Banking App → API → DB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2801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Auth · AuthZ · BOLA · IDOR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Transaction logic · Beneficiary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JWT · Race conditions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Business logic · API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Deploy on Ubuntu Server via Docker where available. Keep on Host-Only network.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AIGoat · OWASP GenAI/LLM exercises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LLM CTFs · Gandalf-style challenges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Local Ollama environment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→ Vulnerable AI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Ollama → Local LLM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Tools / DB / 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234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Prompt injection · Jailbreaks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Data disclosure · Excessive agency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Tool abuse · RAG · Agent security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System prompt leakage · Plugins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3200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Ollama → pull model → deploy vulnerable app → connect → isolate network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· METASPLOITABLE · VULNHUB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Metasploitable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Secondary: Metasploitable 3 · VulnHub machines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Download ZIP/OVA → import → Host-Only only → snapshot → test from Kali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</a:rPr>
              <a:t>RAM 1–2 GB · CPU 1–2 · Disk 10–20 GB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Source: sourceforge.net/projects/metasploitable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Login: msfadmin / msfadmin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Nmap → Enum → Service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→ Vuln discovery → Controlled exploit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→ Privesc → Post-exploit → Report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ISO / OVA / VMDK · Linux privesc · Windows · Web · AD · Misconfig · Pivoting · Forensics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Never Bridged. Always Host-Only.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Windows Server (eval) · Windows Client · Domain · Kali · GOAD · PurpleSharp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Create Windows Server VM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Static IP + DNS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AD 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Create domain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37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Users / groups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3154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337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97480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Join client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337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Kali on Host-Only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15468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337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86600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Snapshot all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CloudGoat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Kubernetes Goat · Docker security labs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IAM · Privilege escalation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Misconfig · Metadata · Storage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Secrets · RBAC · Containers · K8s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Use dedicated lab AWS/cloud accounts with billing limits.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 → Cloud Account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IAM → Resources →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Never test against production environments.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Format: Cloud account + local tooling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+ KUBERNETES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Kubernetes Goat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Docker security labs · OWASP K8s resources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Docker · local cluster (Kind/Minikube)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→ vulnerable workloads → internal 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Format: Docker / local K8s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Container security · Images · Secrets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RBAC · Pod security · Network policies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K8s API · Service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Misconfig · Escape concepts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→ Cluster → Pods → Services → Secrets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ANALYSIS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REMnux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Secondary: FLARE-VM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Ghidra · x64dbg · YARA · PEStudio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Detect It Easy · Wireshark · FLOSS · capa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REMnux VM · FLARE-VM on Windows · isolated net · snapshots · disable host shares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234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Static · Dynamic · PE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Strings · Packing · RE · IOCs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Behavioral · Network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Never execute unknown malware on the host. Isolated VMs only. Snapshots before every sample.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SANDBOX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→ SANDBOX → PROCESS → FILES → REGISTRY → NETWORK → MEMORY → IOCs → REPORT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PRIMARY: CAPE Sandbox  ·  Support: REMnux · FLARE-VM · INetSim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Isolated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Host-Only + INetSim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286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Snapshots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Before every sample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No host shares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Disable shared folders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No host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Samples stay in lab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383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Controlled samples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Known training samples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383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Never on host 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Absolute rule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ENGINEERING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Ghidra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Cutter / radare2 · x64dbg · JADX · apktool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Install tools inside dedicated analysis VMs (REMnux / FLARE-VM).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Format: Tools on analysis VMs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Assembly · ELF · PE · Binary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Debugging · Control flow · Functions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Strings · Memory · 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3063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→ Static → Disassembly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Debugging → Behavior → Report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Autopsy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Volatility · Wireshark · Plaso · KAPE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Disk forensics · Memory forensics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Timeline · Browser artifacts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Windows / Linux artifacts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PCAP · Evidence handling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→ Acquisition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Analysis → Timeline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Findings → Report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Store evidence separately: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/mnt/lab-storage/evidence/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/ BLUE TEAM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Wazuh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Security Onion · Zeek · Suricata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SIEM · SOC analysis · Threat hunting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Detection engineering · IDS/IPS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Log analysis · IR · MITRE ATT&amp;CK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Lab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Network traffic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IDS / Sensor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SIEM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Alert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Analyst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Investigation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Response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Amass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Subdomain &amp; asset discovery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theHarvester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Emails, hosts, names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Sherlock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Username across sites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8229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43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Maltego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Graph-based mapping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ExifTool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Metadata extraction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22402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DNSRecon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9748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DNS enumeration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Shodan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Internet-facing assets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Skills: passive recon · DNS · subdomains · metadata · usernames · infrastructure mapping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251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Only authorized targets and public information. Respect laws and terms of service.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SECURITY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Aircrack-ng · Wireshark · Kismet · hostapd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USB Wi-Fi adapter with monitor mode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Dedicated lab router/AP · USB adapter · Kali · isolated wireless network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2801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Wi-Fi recon · 802.11 · Packet capture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Authentication · Wireless monitoring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Rogue AP concepts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Only test networks you own or have explicit authorization to test.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/ OT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OpenPLC · Modbus test environment · Conpot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ICS protocols · Modbus · PLC concepts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OT monitoring · Industrial protocol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ICS vulnerabilities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 → OT Network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PLC Simulator → HMI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Monitoring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</a:rPr>
              <a:t>Never connect the training environment to production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LAB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77724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CryptoHack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Additional: Cryptopals · PortSwigger JWT / crypto labs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RSA · AES · ECC · Hashing · Encoding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JWT · TLS · PKI · Cryptographic weaknesses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Format: Online challenges + local practice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14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concept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Challenge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Attack /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Secure implementation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+ VM RESOURCE PLAN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31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32 GB HOST — do not run every VM at once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Kali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6 GB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80 GB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Ubuntu 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8 GB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100 GB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Windows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6–8 GB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100–150 GB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Wazuh / 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6–8 GB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1500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100+ GB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Android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4 GB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30–60 GB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8412480" cy="1691640"/>
          </a:xfrm>
          <a:prstGeom prst="roundRect">
            <a:avLst>
              <a:gd name="adj" fmla="val 4324"/>
            </a:avLst>
          </a:prstGeom>
          <a:solidFill>
            <a:srgbClr val="141418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 TB = practical start  ·  2 TB = premium  ·  2–4 TB = serious long-term lab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Use snapshots · separate lab storage · backups · ISO/archive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Prefer NVMe for active VMs; secondary disk for archives and large models.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INSTALLATION ORDER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Enable BIOS virtualization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Ubuntu Host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VMware / VirtualBox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Kali Linux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Ubuntu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Windows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Build 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Configure lab networks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Docker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Deploy web labs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Deploy API labs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Deploy banking labs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731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Configure Android lab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Import Metasploitable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Import VulnHub machines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1691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Build AI / Ollama lab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REMnux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FLARE-VM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19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Build CAPE sandbox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Install Wazuh / Security Onion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3291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5780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Build forensics lab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0600" y="3611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Add Cloud / K8s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00600" y="39319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Add Wireless / ICS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0600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24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Snapshots + backup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CYBER RANGE +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1280160" cy="320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772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Kali · Web · API · Banking · Mobile · AI · Network · VulnHub · Metasploitable · AD · Windows · Linux · Cloud · K8s · Malware · Sandbox · RE · Forensics · OSINT · Wireless · ICS · Wazuh · Security Onion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→ WEB → API → MOBILE → BANKING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NETWORK → ACTIVE DIRECTORY → CLOUD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AI → MALWARE / RE → DFIR / SOC → SPECIALIZED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RANGE.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SYSTEM.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WEAKNESS.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ATTACK.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THE SYSTEM.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DREXON CYBER LAB  ·  AUTHORIZED LAB ENVIRONMENTS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DREXON CYBER LAB — Personal Cyber Range &amp; Security Research Lab</dc:title>
  <dc:subject>Practical Cyber Range Build Guide</dc:subject>
  <dc:creator>DREXON CYBER LAB</dc:creator>
  <cp:lastModifiedBy>DREXON CYBER LAB</cp:lastModifiedBy>
  <cp:revision>1</cp:revision>
  <dcterms:created xsi:type="dcterms:W3CDTF">2026-09-27T13:16:15Z</dcterms:created>
  <dcterms:modified xsi:type="dcterms:W3CDTF">2026-09-27T13:16:15Z</dcterms:modified>
</cp:coreProperties>
</file>